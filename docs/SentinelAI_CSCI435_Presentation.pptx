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SentinelAI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Blueprint-Aware Security Intelligence System</a:t>
            </a:r>
          </a:p>
          <a:p>
            <a:pPr>
              <a:defRPr sz="800">
                <a:solidFill>
                  <a:srgbClr val="E0E0E0"/>
                </a:solidFill>
              </a:defRPr>
            </a:pP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CSCI435 — Computer Vision Algorithms and Systems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University of Wollongong in Dubai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Dr. Patrick Mukala</a:t>
            </a:r>
          </a:p>
          <a:p>
            <a:pPr>
              <a:defRPr sz="800">
                <a:solidFill>
                  <a:srgbClr val="E0E0E0"/>
                </a:solidFill>
              </a:defRPr>
            </a:pP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Group Members: [Name 1] · [Name 2] · [Name 3] · [Name 4]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Student IDs: [ID] · [ID] · [ID] · [ID]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Date: [Week 11 — Defence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VIP and high-profile events need security teams to understand venue layout, deploy guards and cameras intelligently, and monitor crowds in real time.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Manual floor-plan review is slow, inconsistent, and blind spots are often missed.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Operators need one system that combines computer vision, spatial planning, and live surveillance — not disconnected tools.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Goal: a deployable web application integrating multiple CV techniques into a unified security operations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User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As a security director, I create an event and upload the venue floor plan.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The system reads the blueprint (walls, doors, windows) and proposes guard and camera positions with coverage analysis.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I refine the plan in natural language — e.g. “I'm worried about the back entrance.”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On event day, phone cameras stream live video; YOLO detects people and objects; face recognition identifies enrolled VIPs and guards.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Detections appear as bounding boxes; incidents and threat analytics update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Solution Overview — SentinelAI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Full-stack web platform for event-centric VIP security planning and monitoring.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Event hub → Venue Setup → Security Planning → Live Monitoring → Threat Intelligence → Incident Center.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Two input modalities: uploaded images (floor plans, face enrollment) and live video streams (phone camera broadcast).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Outputs: bounding boxes, text labels, coverage maps, KPI dashboards, incident logs.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Domain: security / surveillance (aligned with CSCI435 example applications).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Frontend: Next.js 15, TypeScript, Tailwind CSS, shadcn/ui, Recharts.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Backend: FastAPI (Python), async SQLAlchemy, REST + WebRTC frame relay.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Database: PostgreSQL (Neon) — events, venues, blueprints, markers, incidents, personnel.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ML inference: Ultralytics YOLOv8, OpenCV, custom-trained blueprint model, YuNet + SFace ONNX for faces.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Data flow: Browser → Next.js API proxy → FastAPI → CV services → PostgreSQL.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Integrated Computer Vision Capabilities (6+)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Object detection — YOLOv8n (COCO) on live camera frames; custom YOLO on floor plans.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Object recognition — architectural elements (doors, windows, walls, columns); face identity matching against enrolled gallery.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Face detection &amp; recognition — OpenCV YuNet + SFace embeddings, cosine similarity.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Video processing — live JPEG frame relay at 10 FPS from mobile broadcast.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Object tracking — centroid tracker assigns persistent IDs across frames per camera.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Binary morphological operations — wall extraction, ink masks, structural preprocessing.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Image segmentation — free-space and wall masks for coverage and camera placement.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Custom Model — Floor Plan YOLO (Fine-Tuned)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Model: YOLOv8n fine-tuned on Roboflow Floor Plan v6 dataset.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Classes: Blueprint (venue bounds) + Wall segments.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Training: 80 epochs, 640px, Ultralytics pipeline (ml/blueprint/train.py).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Results: mAP@50 ≈ 0.95, Recall = 1.0 (validation set).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Deployed as sentinel_blueprint.pt — powers auto-detect on Venue Setup upload.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OpenCV heuristics used as fallback when confidence is 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Pre-Trained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YOLOv8n (Ultralytics) — person, vehicle, bag, animal detection on live video.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Floor-plan object detector — doors, windows, columns (architectural YOLO weights).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YuNet (ONNX) — face detection in live frames and enrollment photos.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SFace (ONNX) — 128-D face embeddings for VIP/guard identification.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All models cited in report; custom model satisfies fine-tuning requirement.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>
                <a:solidFill>
                  <a:srgbClr val="E0E0E0"/>
                </a:solidFill>
              </a:defRPr>
            </a:pPr>
            <a:r>
              <a:t>1. Events — create event with venue name, date, threat level, attendee count.</a:t>
            </a:r>
          </a:p>
          <a:p>
            <a:pPr>
              <a:defRPr sz="1500">
                <a:solidFill>
                  <a:srgbClr val="E0E0E0"/>
                </a:solidFill>
              </a:defRPr>
            </a:pPr>
            <a:r>
              <a:t>2. Venue Setup — upload PNG/JPG floor plan; ML auto-detects structure; place markers.</a:t>
            </a:r>
          </a:p>
          <a:p>
            <a:pPr>
              <a:defRPr sz="1500">
                <a:solidFill>
                  <a:srgbClr val="E0E0E0"/>
                </a:solidFill>
              </a:defRPr>
            </a:pPr>
            <a:r>
              <a:t>3. Security Planning — run analysis; AI proposes guards/cameras; refine via chat.</a:t>
            </a:r>
          </a:p>
          <a:p>
            <a:pPr>
              <a:defRPr sz="1500">
                <a:solidFill>
                  <a:srgbClr val="E0E0E0"/>
                </a:solidFill>
              </a:defRPr>
            </a:pPr>
            <a:r>
              <a:t>4. Personnel Registry — enroll VIPs/guards with photos; embeddings stored in DB.</a:t>
            </a:r>
          </a:p>
          <a:p>
            <a:pPr>
              <a:defRPr sz="1500">
                <a:solidFill>
                  <a:srgbClr val="E0E0E0"/>
                </a:solidFill>
              </a:defRPr>
            </a:pPr>
            <a:r>
              <a:t>5. Live Monitoring — broadcast from phone; YOLO + face ID + tracking + overlays.</a:t>
            </a:r>
          </a:p>
          <a:p>
            <a:pPr>
              <a:defRPr sz="1500">
                <a:solidFill>
                  <a:srgbClr val="E0E0E0"/>
                </a:solidFill>
              </a:defRPr>
            </a:pPr>
            <a:r>
              <a:t>6. Threat Intelligence &amp; Incident Center — analytics, logging, status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Venue Setup &amp; Blueprint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Upload floor plan image → backend decodes and normalizes (Gaussian blur, OTSU, morphology).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Custom YOLO detects blueprint bounds and wall segments.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Architectural YOLO detects doors, windows, columns.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Fusion pipeline merges detections → markers (entrances, restricted zones).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BlueprintViewer displays image + markers; data persisted per event in PostgreSQL.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AI Security Planning + LLM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Rule-based + geometric engine: guard placement at entrances, greedy camera placement targeting ~86–88% floor coverage, blind-spot analysis.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Operator brief parsed via GPT-4o-mini — understands sentiment and intent (e.g. concerned about lobby → more guards, elevated posture).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Refine Plan chat: conversational updates re-run pipeline; assistant explains changes.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Outputs: coverage before/after, vulnerability score, agent reasoning steps, recommendations.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Live Monitoring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Phone opens /broadcast/{cameraId} → captures webcam → JPEG relay at 10 FPS.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FastAPI receives frames → YOLOv8n inference → person/object bounding boxes.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YuNet finds faces → SFace embedding → match enrolled personnel (VIP / Guard / Visitor).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Centroid tracker maintains track IDs; unknown faces saved to detected-person gallery.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DetectionOverlay renders boxes + labels on Live Monitoring dashboard.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Personnel, Threat Intel &amp;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Personnel Registry — single/bulk enrollment (CSV, Excel, ZIP); live roster on floor map.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Threat Intelligence — aggregates risk zones, active threats, incidents, alerts; weekly trends and category breakdown.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Incident Center — log incidents, update status/assignee/resolution via live API.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Dashboard — KPI cards, threat timeline, active threat indicators per event.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Frontend: Next.js 15, React, TypeScript, Tailwind, Framer Motion, Recharts.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Backend: FastAPI, Uvicorn, httpx, python-multipart.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CV / ML: OpenCV, Ultralytics YOLO, NumPy, ONNX Runtime (via OpenCV DNN).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Database: PostgreSQL + Prisma (schema/migrations) + SQLAlchemy (runtime).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Optional: Firebase Auth &amp; Storage; Docker Compose for local Postgres.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Version control: GitHub — github.com/Shahzaib1711/SentinelAI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Performance &amp; 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Live video: 10 FPS frame relay + detection interval (100 ms) — meets real-time target.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YOLOv8n on 640×480 relay frames: near real-time on CPU/GPU (latency ~80–120 ms typical).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Custom blueprint YOLO: mAP@50 = 0.948, mAP@50-95 = 0.827 (80 epochs).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Face match threshold: 0.45 cosine similarity — tunable via environment config.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Qualitative: screenshots of bounding boxes, blueprint overlays, coverage heatmaps in report.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Live Demo Script (7–8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Create / select event → upload floor plan → show auto-detect markers.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Run Security Planning → show guard/camera proposals and coverage stats.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Chat: “I'm worried about the back entrance” → plan updates with natural reply.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Enroll a face in Personnel Registry.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Open phone broadcast link → Live Monitoring shows detections + identity labels.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Log an incident → show Threat Intelligence update.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Challenges &amp;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Varied floor-plan styles (coloured CAD vs scanned B&amp;W) → preprocessing + custom training.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Mobile camera via ngrok/WebRTC → reliable JPEG frame relay instead of pure P2P.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Balancing coverage vs cost → greedy iterative camera placement with FOV modelling.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LLM + deterministic planner hybrid — LLM interprets intent; geometry engine places assets.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SentinelAI demonstrates 6+ integrated CV tasks in a production-style security workflow.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Custom fine-tuned YOLO + pre-trained models satisfy CSCI435 model requirements.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Future: multi-camera 3D fusion, change detection (MOG2), edge deployment (TensorFlow Lite), automated incident escalation, Firebase auth rollout.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Repository, report, and demo video submitted per CSCI435 deliverables.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Individual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[Member 1] — Frontend (Next.js pages, BlueprintViewer, Live Monitoring UI)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[Member 2] — Backend API (FastAPI routes, events, incidents, WebRTC relay)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[Member 3] — Computer vision (YOLO training, blueprint pipeline, face recognition)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[Member 4] — Database, integration, testing, report &amp; presentation</a:t>
            </a:r>
          </a:p>
          <a:p>
            <a:pPr>
              <a:defRPr sz="800">
                <a:solidFill>
                  <a:srgbClr val="E0E0E0"/>
                </a:solidFill>
              </a:defRPr>
            </a:pP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All members contributed to coding, documentation, and presentation preparation.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4D8"/>
                </a:solidFill>
              </a:defRPr>
            </a:pPr>
            <a:r>
              <a:t>References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0E0E0"/>
                </a:solidFill>
              </a:defRPr>
            </a:pPr>
            <a:r>
              <a:t>Ultralytics YOLOv8 — https://github.com/ultralytics/ultralytics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OpenCV YuNet / SFace — opencv_zoo models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Roboflow Floor Plan dataset (v6)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FastAPI — https://fastapi.tiangolo.com</a:t>
            </a: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Next.js — https://nextjs.org</a:t>
            </a:r>
          </a:p>
          <a:p>
            <a:pPr>
              <a:defRPr sz="800">
                <a:solidFill>
                  <a:srgbClr val="E0E0E0"/>
                </a:solidFill>
              </a:defRPr>
            </a:pPr>
          </a:p>
          <a:p>
            <a:pPr>
              <a:defRPr sz="1600">
                <a:solidFill>
                  <a:srgbClr val="E0E0E0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